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DA7639-9E1F-49F8-9051-81DBB1351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E78F98-80ED-7FBA-BAC0-A81A23554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23B128-0128-BCE9-E28F-F5BED13D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86D683-0D98-8175-11AF-44632960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CD32DD-74DC-42D9-1D63-1D7CF355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485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9DF80C-27DF-B243-EA96-C736292D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62A3BC-AD3A-BAF4-FCF8-3F75DDFF3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1E9C8C-C959-C42A-5A07-168781C3A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5CB815-6822-7AD3-378F-6F15C0A6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8B9DE7-108E-6AAE-0DBB-333FA6E9A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3998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33B8C8-5CC7-2E0F-A93A-8D9ACEBF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F72EE3-56F9-DCC5-BFF6-CC8FAF7A6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4AFEC2-09B2-BC93-B39C-42BB1B266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889C61-8499-1966-4E01-51640109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A3B4BE-5758-89B5-8BC6-A43C0A0A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2974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85237-046A-A636-9759-5DE35BC2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610B39-FD27-BB50-EB1A-D9B867303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A10372-7E89-9957-3DE8-1039A5489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F6F81-D7F1-6B56-43FE-F4BBCDFC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3EC1DA-AC3A-80E2-C353-E19959898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8B7EFC-9226-EE7B-97F9-4FE020BA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3560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45665D-6BEC-5B2E-E603-6ADF7045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DC7A30-222D-B07A-6DCA-D25F9D3DD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9659F4-6385-C2BA-254C-F958E7746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37980AA-962B-08A5-F538-796DF6F81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B157851-2A73-CB52-C052-8662F3363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A1BE624-DBFE-C02B-FEFA-B788C5B8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04862BF-3353-35F2-0C71-AF24640F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095BC0-A797-BFAA-6B94-BE3AA49F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607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84F841-F130-1EEE-E4A1-386CF3A0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96E39A7-504A-9907-AFDD-9E28618E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D838BB-DA0A-39FD-46FF-BC5DC419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4C421B-8300-0B9C-B605-0A67491C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691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5F4F2B-AC3F-426E-9DF8-1EA8DDC5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2551041-91A9-34B9-27C5-119F79DD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DD35C5-619F-EE1F-C129-8A3717C3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63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80FD1A-FDCB-642C-1B85-55E390566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7D6E6A-287D-CF19-F7F7-18F5F1B87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0350F7-ADB9-5129-D5B2-8C4FC8729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36E7EF-D039-13F1-BC70-99FE77E53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5C35CB-A111-1D81-4F28-E814B840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E23DE2-4F10-74AA-8836-46326E6B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6853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64748-7E5B-357F-5C79-43B8A8D6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4FBA579-0BE8-EF67-999E-739C9183D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0453FC-F71E-C398-B8E6-32224BED2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FDBDE1-9344-4858-A1F5-BF8477C5F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53B514-C782-2E7B-2770-906E1C3E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8F984D-DA3C-3367-BA4E-CA63E953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5368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EFE3F-2477-F0DC-B497-100E9BD6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514A09-57E0-D2EF-06F7-D7AA8963A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0A509D-1762-6018-5970-58014EED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3F8048-9501-2BBD-5A3A-D7F4BE31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A0CF65-E8AA-A085-0929-9A5A3DD1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7365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A8DD4C0-A810-1858-04FB-F099CDB59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49A9E90-74C5-04CB-9C37-8070F9C4B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AE0C99-086C-DB6E-ACD0-6FFAE1DE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C60E33-F095-E23C-3B89-6D51DD24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EC4126-6ED7-FCCA-9ED1-6C86A5343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7567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42A3045-CAE3-20A4-E7CF-E974B3083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3743B7-8DB4-F40E-B74A-2AFC8D9E1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FD3694-8188-C5E6-81B0-E0ABFC0CB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72F997-1B1E-4C77-BCD0-D38DE1CBFF5D}" type="datetimeFigureOut">
              <a:rPr lang="fr-CA" smtClean="0"/>
              <a:t>2025-04-24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8D721C-4E93-5C6E-2223-C978A9869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D5A8C9-62AE-2ECA-FE58-3C4E4E767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DF0FF-0980-43A0-A2B2-13ECADE5F63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468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7343424-1284-EBD2-0952-5F3D62477A49}"/>
              </a:ext>
            </a:extLst>
          </p:cNvPr>
          <p:cNvSpPr/>
          <p:nvPr/>
        </p:nvSpPr>
        <p:spPr>
          <a:xfrm>
            <a:off x="1320800" y="663677"/>
            <a:ext cx="9367273" cy="2600846"/>
          </a:xfrm>
          <a:prstGeom prst="roundRect">
            <a:avLst/>
          </a:prstGeom>
          <a:ln w="38100" cap="flat">
            <a:solidFill>
              <a:schemeClr val="dk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873383"/>
                      <a:gd name="connsiteY0" fmla="*/ 433483 h 2600846"/>
                      <a:gd name="connsiteX1" fmla="*/ 433483 w 11873383"/>
                      <a:gd name="connsiteY1" fmla="*/ 0 h 2600846"/>
                      <a:gd name="connsiteX2" fmla="*/ 1122832 w 11873383"/>
                      <a:gd name="connsiteY2" fmla="*/ 0 h 2600846"/>
                      <a:gd name="connsiteX3" fmla="*/ 1592053 w 11873383"/>
                      <a:gd name="connsiteY3" fmla="*/ 0 h 2600846"/>
                      <a:gd name="connsiteX4" fmla="*/ 1951210 w 11873383"/>
                      <a:gd name="connsiteY4" fmla="*/ 0 h 2600846"/>
                      <a:gd name="connsiteX5" fmla="*/ 2530495 w 11873383"/>
                      <a:gd name="connsiteY5" fmla="*/ 0 h 2600846"/>
                      <a:gd name="connsiteX6" fmla="*/ 3219844 w 11873383"/>
                      <a:gd name="connsiteY6" fmla="*/ 0 h 2600846"/>
                      <a:gd name="connsiteX7" fmla="*/ 4019258 w 11873383"/>
                      <a:gd name="connsiteY7" fmla="*/ 0 h 2600846"/>
                      <a:gd name="connsiteX8" fmla="*/ 4708607 w 11873383"/>
                      <a:gd name="connsiteY8" fmla="*/ 0 h 2600846"/>
                      <a:gd name="connsiteX9" fmla="*/ 5508021 w 11873383"/>
                      <a:gd name="connsiteY9" fmla="*/ 0 h 2600846"/>
                      <a:gd name="connsiteX10" fmla="*/ 6197370 w 11873383"/>
                      <a:gd name="connsiteY10" fmla="*/ 0 h 2600846"/>
                      <a:gd name="connsiteX11" fmla="*/ 6556527 w 11873383"/>
                      <a:gd name="connsiteY11" fmla="*/ 0 h 2600846"/>
                      <a:gd name="connsiteX12" fmla="*/ 7245876 w 11873383"/>
                      <a:gd name="connsiteY12" fmla="*/ 0 h 2600846"/>
                      <a:gd name="connsiteX13" fmla="*/ 7715097 w 11873383"/>
                      <a:gd name="connsiteY13" fmla="*/ 0 h 2600846"/>
                      <a:gd name="connsiteX14" fmla="*/ 8074254 w 11873383"/>
                      <a:gd name="connsiteY14" fmla="*/ 0 h 2600846"/>
                      <a:gd name="connsiteX15" fmla="*/ 8323346 w 11873383"/>
                      <a:gd name="connsiteY15" fmla="*/ 0 h 2600846"/>
                      <a:gd name="connsiteX16" fmla="*/ 8682503 w 11873383"/>
                      <a:gd name="connsiteY16" fmla="*/ 0 h 2600846"/>
                      <a:gd name="connsiteX17" fmla="*/ 9041660 w 11873383"/>
                      <a:gd name="connsiteY17" fmla="*/ 0 h 2600846"/>
                      <a:gd name="connsiteX18" fmla="*/ 9620945 w 11873383"/>
                      <a:gd name="connsiteY18" fmla="*/ 0 h 2600846"/>
                      <a:gd name="connsiteX19" fmla="*/ 10200230 w 11873383"/>
                      <a:gd name="connsiteY19" fmla="*/ 0 h 2600846"/>
                      <a:gd name="connsiteX20" fmla="*/ 10669451 w 11873383"/>
                      <a:gd name="connsiteY20" fmla="*/ 0 h 2600846"/>
                      <a:gd name="connsiteX21" fmla="*/ 11439900 w 11873383"/>
                      <a:gd name="connsiteY21" fmla="*/ 0 h 2600846"/>
                      <a:gd name="connsiteX22" fmla="*/ 11873383 w 11873383"/>
                      <a:gd name="connsiteY22" fmla="*/ 433483 h 2600846"/>
                      <a:gd name="connsiteX23" fmla="*/ 11873383 w 11873383"/>
                      <a:gd name="connsiteY23" fmla="*/ 959427 h 2600846"/>
                      <a:gd name="connsiteX24" fmla="*/ 11873383 w 11873383"/>
                      <a:gd name="connsiteY24" fmla="*/ 1554725 h 2600846"/>
                      <a:gd name="connsiteX25" fmla="*/ 11873383 w 11873383"/>
                      <a:gd name="connsiteY25" fmla="*/ 2167363 h 2600846"/>
                      <a:gd name="connsiteX26" fmla="*/ 11439900 w 11873383"/>
                      <a:gd name="connsiteY26" fmla="*/ 2600846 h 2600846"/>
                      <a:gd name="connsiteX27" fmla="*/ 11080743 w 11873383"/>
                      <a:gd name="connsiteY27" fmla="*/ 2600846 h 2600846"/>
                      <a:gd name="connsiteX28" fmla="*/ 10831651 w 11873383"/>
                      <a:gd name="connsiteY28" fmla="*/ 2600846 h 2600846"/>
                      <a:gd name="connsiteX29" fmla="*/ 10252366 w 11873383"/>
                      <a:gd name="connsiteY29" fmla="*/ 2600846 h 2600846"/>
                      <a:gd name="connsiteX30" fmla="*/ 9783145 w 11873383"/>
                      <a:gd name="connsiteY30" fmla="*/ 2600846 h 2600846"/>
                      <a:gd name="connsiteX31" fmla="*/ 9313924 w 11873383"/>
                      <a:gd name="connsiteY31" fmla="*/ 2600846 h 2600846"/>
                      <a:gd name="connsiteX32" fmla="*/ 8844703 w 11873383"/>
                      <a:gd name="connsiteY32" fmla="*/ 2600846 h 2600846"/>
                      <a:gd name="connsiteX33" fmla="*/ 8595610 w 11873383"/>
                      <a:gd name="connsiteY33" fmla="*/ 2600846 h 2600846"/>
                      <a:gd name="connsiteX34" fmla="*/ 7796197 w 11873383"/>
                      <a:gd name="connsiteY34" fmla="*/ 2600846 h 2600846"/>
                      <a:gd name="connsiteX35" fmla="*/ 6996783 w 11873383"/>
                      <a:gd name="connsiteY35" fmla="*/ 2600846 h 2600846"/>
                      <a:gd name="connsiteX36" fmla="*/ 6747691 w 11873383"/>
                      <a:gd name="connsiteY36" fmla="*/ 2600846 h 2600846"/>
                      <a:gd name="connsiteX37" fmla="*/ 6388534 w 11873383"/>
                      <a:gd name="connsiteY37" fmla="*/ 2600846 h 2600846"/>
                      <a:gd name="connsiteX38" fmla="*/ 5809249 w 11873383"/>
                      <a:gd name="connsiteY38" fmla="*/ 2600846 h 2600846"/>
                      <a:gd name="connsiteX39" fmla="*/ 5119900 w 11873383"/>
                      <a:gd name="connsiteY39" fmla="*/ 2600846 h 2600846"/>
                      <a:gd name="connsiteX40" fmla="*/ 4650679 w 11873383"/>
                      <a:gd name="connsiteY40" fmla="*/ 2600846 h 2600846"/>
                      <a:gd name="connsiteX41" fmla="*/ 4291522 w 11873383"/>
                      <a:gd name="connsiteY41" fmla="*/ 2600846 h 2600846"/>
                      <a:gd name="connsiteX42" fmla="*/ 3932365 w 11873383"/>
                      <a:gd name="connsiteY42" fmla="*/ 2600846 h 2600846"/>
                      <a:gd name="connsiteX43" fmla="*/ 3243016 w 11873383"/>
                      <a:gd name="connsiteY43" fmla="*/ 2600846 h 2600846"/>
                      <a:gd name="connsiteX44" fmla="*/ 2993923 w 11873383"/>
                      <a:gd name="connsiteY44" fmla="*/ 2600846 h 2600846"/>
                      <a:gd name="connsiteX45" fmla="*/ 2524702 w 11873383"/>
                      <a:gd name="connsiteY45" fmla="*/ 2600846 h 2600846"/>
                      <a:gd name="connsiteX46" fmla="*/ 1945417 w 11873383"/>
                      <a:gd name="connsiteY46" fmla="*/ 2600846 h 2600846"/>
                      <a:gd name="connsiteX47" fmla="*/ 1586260 w 11873383"/>
                      <a:gd name="connsiteY47" fmla="*/ 2600846 h 2600846"/>
                      <a:gd name="connsiteX48" fmla="*/ 433483 w 11873383"/>
                      <a:gd name="connsiteY48" fmla="*/ 2600846 h 2600846"/>
                      <a:gd name="connsiteX49" fmla="*/ 0 w 11873383"/>
                      <a:gd name="connsiteY49" fmla="*/ 2167363 h 2600846"/>
                      <a:gd name="connsiteX50" fmla="*/ 0 w 11873383"/>
                      <a:gd name="connsiteY50" fmla="*/ 1572064 h 2600846"/>
                      <a:gd name="connsiteX51" fmla="*/ 0 w 11873383"/>
                      <a:gd name="connsiteY51" fmla="*/ 994104 h 2600846"/>
                      <a:gd name="connsiteX52" fmla="*/ 0 w 11873383"/>
                      <a:gd name="connsiteY52" fmla="*/ 433483 h 26008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</a:cxnLst>
                    <a:rect l="l" t="t" r="r" b="b"/>
                    <a:pathLst>
                      <a:path w="11873383" h="2600846" fill="none" extrusionOk="0">
                        <a:moveTo>
                          <a:pt x="0" y="433483"/>
                        </a:moveTo>
                        <a:cubicBezTo>
                          <a:pt x="4524" y="187034"/>
                          <a:pt x="226691" y="-25664"/>
                          <a:pt x="433483" y="0"/>
                        </a:cubicBezTo>
                        <a:cubicBezTo>
                          <a:pt x="705767" y="-80513"/>
                          <a:pt x="814093" y="56275"/>
                          <a:pt x="1122832" y="0"/>
                        </a:cubicBezTo>
                        <a:cubicBezTo>
                          <a:pt x="1431571" y="-56275"/>
                          <a:pt x="1361623" y="39968"/>
                          <a:pt x="1592053" y="0"/>
                        </a:cubicBezTo>
                        <a:cubicBezTo>
                          <a:pt x="1822483" y="-39968"/>
                          <a:pt x="1843030" y="9680"/>
                          <a:pt x="1951210" y="0"/>
                        </a:cubicBezTo>
                        <a:cubicBezTo>
                          <a:pt x="2059390" y="-9680"/>
                          <a:pt x="2390006" y="21634"/>
                          <a:pt x="2530495" y="0"/>
                        </a:cubicBezTo>
                        <a:cubicBezTo>
                          <a:pt x="2670984" y="-21634"/>
                          <a:pt x="3081874" y="76989"/>
                          <a:pt x="3219844" y="0"/>
                        </a:cubicBezTo>
                        <a:cubicBezTo>
                          <a:pt x="3357814" y="-76989"/>
                          <a:pt x="3748150" y="83556"/>
                          <a:pt x="4019258" y="0"/>
                        </a:cubicBezTo>
                        <a:cubicBezTo>
                          <a:pt x="4290366" y="-83556"/>
                          <a:pt x="4523450" y="16187"/>
                          <a:pt x="4708607" y="0"/>
                        </a:cubicBezTo>
                        <a:cubicBezTo>
                          <a:pt x="4893764" y="-16187"/>
                          <a:pt x="5150028" y="95215"/>
                          <a:pt x="5508021" y="0"/>
                        </a:cubicBezTo>
                        <a:cubicBezTo>
                          <a:pt x="5866014" y="-95215"/>
                          <a:pt x="5901122" y="30690"/>
                          <a:pt x="6197370" y="0"/>
                        </a:cubicBezTo>
                        <a:cubicBezTo>
                          <a:pt x="6493618" y="-30690"/>
                          <a:pt x="6423117" y="6752"/>
                          <a:pt x="6556527" y="0"/>
                        </a:cubicBezTo>
                        <a:cubicBezTo>
                          <a:pt x="6689937" y="-6752"/>
                          <a:pt x="6956026" y="72059"/>
                          <a:pt x="7245876" y="0"/>
                        </a:cubicBezTo>
                        <a:cubicBezTo>
                          <a:pt x="7535726" y="-72059"/>
                          <a:pt x="7563459" y="51120"/>
                          <a:pt x="7715097" y="0"/>
                        </a:cubicBezTo>
                        <a:cubicBezTo>
                          <a:pt x="7866735" y="-51120"/>
                          <a:pt x="7915870" y="33412"/>
                          <a:pt x="8074254" y="0"/>
                        </a:cubicBezTo>
                        <a:cubicBezTo>
                          <a:pt x="8232638" y="-33412"/>
                          <a:pt x="8266994" y="13256"/>
                          <a:pt x="8323346" y="0"/>
                        </a:cubicBezTo>
                        <a:cubicBezTo>
                          <a:pt x="8379698" y="-13256"/>
                          <a:pt x="8530297" y="25688"/>
                          <a:pt x="8682503" y="0"/>
                        </a:cubicBezTo>
                        <a:cubicBezTo>
                          <a:pt x="8834709" y="-25688"/>
                          <a:pt x="8875008" y="36458"/>
                          <a:pt x="9041660" y="0"/>
                        </a:cubicBezTo>
                        <a:cubicBezTo>
                          <a:pt x="9208312" y="-36458"/>
                          <a:pt x="9440618" y="61829"/>
                          <a:pt x="9620945" y="0"/>
                        </a:cubicBezTo>
                        <a:cubicBezTo>
                          <a:pt x="9801273" y="-61829"/>
                          <a:pt x="10072907" y="15320"/>
                          <a:pt x="10200230" y="0"/>
                        </a:cubicBezTo>
                        <a:cubicBezTo>
                          <a:pt x="10327553" y="-15320"/>
                          <a:pt x="10457611" y="37430"/>
                          <a:pt x="10669451" y="0"/>
                        </a:cubicBezTo>
                        <a:cubicBezTo>
                          <a:pt x="10881291" y="-37430"/>
                          <a:pt x="11108408" y="49576"/>
                          <a:pt x="11439900" y="0"/>
                        </a:cubicBezTo>
                        <a:cubicBezTo>
                          <a:pt x="11673625" y="624"/>
                          <a:pt x="11906382" y="234293"/>
                          <a:pt x="11873383" y="433483"/>
                        </a:cubicBezTo>
                        <a:cubicBezTo>
                          <a:pt x="11911832" y="553003"/>
                          <a:pt x="11817804" y="753402"/>
                          <a:pt x="11873383" y="959427"/>
                        </a:cubicBezTo>
                        <a:cubicBezTo>
                          <a:pt x="11928962" y="1165452"/>
                          <a:pt x="11841576" y="1416644"/>
                          <a:pt x="11873383" y="1554725"/>
                        </a:cubicBezTo>
                        <a:cubicBezTo>
                          <a:pt x="11905190" y="1692806"/>
                          <a:pt x="11802248" y="1984472"/>
                          <a:pt x="11873383" y="2167363"/>
                        </a:cubicBezTo>
                        <a:cubicBezTo>
                          <a:pt x="11854053" y="2393631"/>
                          <a:pt x="11740035" y="2605777"/>
                          <a:pt x="11439900" y="2600846"/>
                        </a:cubicBezTo>
                        <a:cubicBezTo>
                          <a:pt x="11362465" y="2601473"/>
                          <a:pt x="11202415" y="2559053"/>
                          <a:pt x="11080743" y="2600846"/>
                        </a:cubicBezTo>
                        <a:cubicBezTo>
                          <a:pt x="10959071" y="2642639"/>
                          <a:pt x="10891215" y="2595753"/>
                          <a:pt x="10831651" y="2600846"/>
                        </a:cubicBezTo>
                        <a:cubicBezTo>
                          <a:pt x="10772087" y="2605939"/>
                          <a:pt x="10441018" y="2576740"/>
                          <a:pt x="10252366" y="2600846"/>
                        </a:cubicBezTo>
                        <a:cubicBezTo>
                          <a:pt x="10063715" y="2624952"/>
                          <a:pt x="9912073" y="2579353"/>
                          <a:pt x="9783145" y="2600846"/>
                        </a:cubicBezTo>
                        <a:cubicBezTo>
                          <a:pt x="9654217" y="2622339"/>
                          <a:pt x="9533317" y="2554713"/>
                          <a:pt x="9313924" y="2600846"/>
                        </a:cubicBezTo>
                        <a:cubicBezTo>
                          <a:pt x="9094531" y="2646979"/>
                          <a:pt x="8946404" y="2592174"/>
                          <a:pt x="8844703" y="2600846"/>
                        </a:cubicBezTo>
                        <a:cubicBezTo>
                          <a:pt x="8743002" y="2609518"/>
                          <a:pt x="8659648" y="2582438"/>
                          <a:pt x="8595610" y="2600846"/>
                        </a:cubicBezTo>
                        <a:cubicBezTo>
                          <a:pt x="8531572" y="2619254"/>
                          <a:pt x="8165268" y="2594721"/>
                          <a:pt x="7796197" y="2600846"/>
                        </a:cubicBezTo>
                        <a:cubicBezTo>
                          <a:pt x="7427126" y="2606971"/>
                          <a:pt x="7212705" y="2520437"/>
                          <a:pt x="6996783" y="2600846"/>
                        </a:cubicBezTo>
                        <a:cubicBezTo>
                          <a:pt x="6780861" y="2681255"/>
                          <a:pt x="6842624" y="2590610"/>
                          <a:pt x="6747691" y="2600846"/>
                        </a:cubicBezTo>
                        <a:cubicBezTo>
                          <a:pt x="6652758" y="2611082"/>
                          <a:pt x="6539536" y="2564713"/>
                          <a:pt x="6388534" y="2600846"/>
                        </a:cubicBezTo>
                        <a:cubicBezTo>
                          <a:pt x="6237532" y="2636979"/>
                          <a:pt x="6013359" y="2576748"/>
                          <a:pt x="5809249" y="2600846"/>
                        </a:cubicBezTo>
                        <a:cubicBezTo>
                          <a:pt x="5605139" y="2624944"/>
                          <a:pt x="5289704" y="2590923"/>
                          <a:pt x="5119900" y="2600846"/>
                        </a:cubicBezTo>
                        <a:cubicBezTo>
                          <a:pt x="4950096" y="2610769"/>
                          <a:pt x="4816445" y="2582392"/>
                          <a:pt x="4650679" y="2600846"/>
                        </a:cubicBezTo>
                        <a:cubicBezTo>
                          <a:pt x="4484913" y="2619300"/>
                          <a:pt x="4452192" y="2593965"/>
                          <a:pt x="4291522" y="2600846"/>
                        </a:cubicBezTo>
                        <a:cubicBezTo>
                          <a:pt x="4130852" y="2607727"/>
                          <a:pt x="4076397" y="2564831"/>
                          <a:pt x="3932365" y="2600846"/>
                        </a:cubicBezTo>
                        <a:cubicBezTo>
                          <a:pt x="3788333" y="2636861"/>
                          <a:pt x="3562661" y="2557591"/>
                          <a:pt x="3243016" y="2600846"/>
                        </a:cubicBezTo>
                        <a:cubicBezTo>
                          <a:pt x="2923371" y="2644101"/>
                          <a:pt x="3106407" y="2578701"/>
                          <a:pt x="2993923" y="2600846"/>
                        </a:cubicBezTo>
                        <a:cubicBezTo>
                          <a:pt x="2881439" y="2622991"/>
                          <a:pt x="2679359" y="2586363"/>
                          <a:pt x="2524702" y="2600846"/>
                        </a:cubicBezTo>
                        <a:cubicBezTo>
                          <a:pt x="2370045" y="2615329"/>
                          <a:pt x="2128573" y="2563147"/>
                          <a:pt x="1945417" y="2600846"/>
                        </a:cubicBezTo>
                        <a:cubicBezTo>
                          <a:pt x="1762261" y="2638545"/>
                          <a:pt x="1721400" y="2564995"/>
                          <a:pt x="1586260" y="2600846"/>
                        </a:cubicBezTo>
                        <a:cubicBezTo>
                          <a:pt x="1451120" y="2636697"/>
                          <a:pt x="753659" y="2489175"/>
                          <a:pt x="433483" y="2600846"/>
                        </a:cubicBezTo>
                        <a:cubicBezTo>
                          <a:pt x="161713" y="2606676"/>
                          <a:pt x="31454" y="2386263"/>
                          <a:pt x="0" y="2167363"/>
                        </a:cubicBezTo>
                        <a:cubicBezTo>
                          <a:pt x="-5238" y="1961814"/>
                          <a:pt x="1286" y="1791495"/>
                          <a:pt x="0" y="1572064"/>
                        </a:cubicBezTo>
                        <a:cubicBezTo>
                          <a:pt x="-1286" y="1352633"/>
                          <a:pt x="62384" y="1169401"/>
                          <a:pt x="0" y="994104"/>
                        </a:cubicBezTo>
                        <a:cubicBezTo>
                          <a:pt x="-62384" y="818807"/>
                          <a:pt x="1867" y="551110"/>
                          <a:pt x="0" y="433483"/>
                        </a:cubicBezTo>
                        <a:close/>
                      </a:path>
                      <a:path w="11873383" h="2600846" stroke="0" extrusionOk="0">
                        <a:moveTo>
                          <a:pt x="0" y="433483"/>
                        </a:moveTo>
                        <a:cubicBezTo>
                          <a:pt x="-49481" y="163556"/>
                          <a:pt x="167490" y="9979"/>
                          <a:pt x="433483" y="0"/>
                        </a:cubicBezTo>
                        <a:cubicBezTo>
                          <a:pt x="661549" y="-18086"/>
                          <a:pt x="939925" y="42937"/>
                          <a:pt x="1232896" y="0"/>
                        </a:cubicBezTo>
                        <a:cubicBezTo>
                          <a:pt x="1525867" y="-42937"/>
                          <a:pt x="1542953" y="36137"/>
                          <a:pt x="1702117" y="0"/>
                        </a:cubicBezTo>
                        <a:cubicBezTo>
                          <a:pt x="1861281" y="-36137"/>
                          <a:pt x="1904447" y="34786"/>
                          <a:pt x="2061274" y="0"/>
                        </a:cubicBezTo>
                        <a:cubicBezTo>
                          <a:pt x="2218101" y="-34786"/>
                          <a:pt x="2407896" y="59226"/>
                          <a:pt x="2750623" y="0"/>
                        </a:cubicBezTo>
                        <a:cubicBezTo>
                          <a:pt x="3093350" y="-59226"/>
                          <a:pt x="3002886" y="3714"/>
                          <a:pt x="3219844" y="0"/>
                        </a:cubicBezTo>
                        <a:cubicBezTo>
                          <a:pt x="3436802" y="-3714"/>
                          <a:pt x="3849211" y="51902"/>
                          <a:pt x="4019258" y="0"/>
                        </a:cubicBezTo>
                        <a:cubicBezTo>
                          <a:pt x="4189305" y="-51902"/>
                          <a:pt x="4303973" y="31017"/>
                          <a:pt x="4378415" y="0"/>
                        </a:cubicBezTo>
                        <a:cubicBezTo>
                          <a:pt x="4452857" y="-31017"/>
                          <a:pt x="5017278" y="38344"/>
                          <a:pt x="5177828" y="0"/>
                        </a:cubicBezTo>
                        <a:cubicBezTo>
                          <a:pt x="5338378" y="-38344"/>
                          <a:pt x="5359771" y="20448"/>
                          <a:pt x="5426921" y="0"/>
                        </a:cubicBezTo>
                        <a:cubicBezTo>
                          <a:pt x="5494071" y="-20448"/>
                          <a:pt x="5730034" y="37372"/>
                          <a:pt x="6006206" y="0"/>
                        </a:cubicBezTo>
                        <a:cubicBezTo>
                          <a:pt x="6282379" y="-37372"/>
                          <a:pt x="6387183" y="43228"/>
                          <a:pt x="6585491" y="0"/>
                        </a:cubicBezTo>
                        <a:cubicBezTo>
                          <a:pt x="6783799" y="-43228"/>
                          <a:pt x="6877858" y="22722"/>
                          <a:pt x="7054712" y="0"/>
                        </a:cubicBezTo>
                        <a:cubicBezTo>
                          <a:pt x="7231566" y="-22722"/>
                          <a:pt x="7483796" y="46422"/>
                          <a:pt x="7854125" y="0"/>
                        </a:cubicBezTo>
                        <a:cubicBezTo>
                          <a:pt x="8224454" y="-46422"/>
                          <a:pt x="8300333" y="81065"/>
                          <a:pt x="8653539" y="0"/>
                        </a:cubicBezTo>
                        <a:cubicBezTo>
                          <a:pt x="9006745" y="-81065"/>
                          <a:pt x="8880754" y="39844"/>
                          <a:pt x="9012695" y="0"/>
                        </a:cubicBezTo>
                        <a:cubicBezTo>
                          <a:pt x="9144636" y="-39844"/>
                          <a:pt x="9341709" y="28425"/>
                          <a:pt x="9591981" y="0"/>
                        </a:cubicBezTo>
                        <a:cubicBezTo>
                          <a:pt x="9842253" y="-28425"/>
                          <a:pt x="10218409" y="57365"/>
                          <a:pt x="10391394" y="0"/>
                        </a:cubicBezTo>
                        <a:cubicBezTo>
                          <a:pt x="10564379" y="-57365"/>
                          <a:pt x="11001496" y="95003"/>
                          <a:pt x="11439900" y="0"/>
                        </a:cubicBezTo>
                        <a:cubicBezTo>
                          <a:pt x="11658281" y="37593"/>
                          <a:pt x="11877584" y="197199"/>
                          <a:pt x="11873383" y="433483"/>
                        </a:cubicBezTo>
                        <a:cubicBezTo>
                          <a:pt x="11906587" y="571086"/>
                          <a:pt x="11852316" y="812440"/>
                          <a:pt x="11873383" y="976765"/>
                        </a:cubicBezTo>
                        <a:cubicBezTo>
                          <a:pt x="11894450" y="1141090"/>
                          <a:pt x="11831146" y="1382355"/>
                          <a:pt x="11873383" y="1554725"/>
                        </a:cubicBezTo>
                        <a:cubicBezTo>
                          <a:pt x="11915620" y="1727095"/>
                          <a:pt x="11872802" y="1989202"/>
                          <a:pt x="11873383" y="2167363"/>
                        </a:cubicBezTo>
                        <a:cubicBezTo>
                          <a:pt x="11872156" y="2373683"/>
                          <a:pt x="11724622" y="2610295"/>
                          <a:pt x="11439900" y="2600846"/>
                        </a:cubicBezTo>
                        <a:cubicBezTo>
                          <a:pt x="11191829" y="2643256"/>
                          <a:pt x="11086336" y="2536773"/>
                          <a:pt x="10860615" y="2600846"/>
                        </a:cubicBezTo>
                        <a:cubicBezTo>
                          <a:pt x="10634894" y="2664919"/>
                          <a:pt x="10548254" y="2586608"/>
                          <a:pt x="10281330" y="2600846"/>
                        </a:cubicBezTo>
                        <a:cubicBezTo>
                          <a:pt x="10014407" y="2615084"/>
                          <a:pt x="10082412" y="2582332"/>
                          <a:pt x="9922173" y="2600846"/>
                        </a:cubicBezTo>
                        <a:cubicBezTo>
                          <a:pt x="9761934" y="2619360"/>
                          <a:pt x="9544386" y="2593467"/>
                          <a:pt x="9232824" y="2600846"/>
                        </a:cubicBezTo>
                        <a:cubicBezTo>
                          <a:pt x="8921262" y="2608225"/>
                          <a:pt x="8984928" y="2564106"/>
                          <a:pt x="8873667" y="2600846"/>
                        </a:cubicBezTo>
                        <a:cubicBezTo>
                          <a:pt x="8762406" y="2637586"/>
                          <a:pt x="8442409" y="2584112"/>
                          <a:pt x="8184318" y="2600846"/>
                        </a:cubicBezTo>
                        <a:cubicBezTo>
                          <a:pt x="7926227" y="2617580"/>
                          <a:pt x="8001329" y="2573366"/>
                          <a:pt x="7935225" y="2600846"/>
                        </a:cubicBezTo>
                        <a:cubicBezTo>
                          <a:pt x="7869121" y="2628326"/>
                          <a:pt x="7509890" y="2540741"/>
                          <a:pt x="7245876" y="2600846"/>
                        </a:cubicBezTo>
                        <a:cubicBezTo>
                          <a:pt x="6981862" y="2660951"/>
                          <a:pt x="7036329" y="2590285"/>
                          <a:pt x="6886719" y="2600846"/>
                        </a:cubicBezTo>
                        <a:cubicBezTo>
                          <a:pt x="6737109" y="2611407"/>
                          <a:pt x="6750310" y="2599182"/>
                          <a:pt x="6637626" y="2600846"/>
                        </a:cubicBezTo>
                        <a:cubicBezTo>
                          <a:pt x="6524942" y="2602510"/>
                          <a:pt x="6353162" y="2586601"/>
                          <a:pt x="6278470" y="2600846"/>
                        </a:cubicBezTo>
                        <a:cubicBezTo>
                          <a:pt x="6203778" y="2615091"/>
                          <a:pt x="5834310" y="2599743"/>
                          <a:pt x="5589120" y="2600846"/>
                        </a:cubicBezTo>
                        <a:cubicBezTo>
                          <a:pt x="5343930" y="2601949"/>
                          <a:pt x="5332321" y="2597565"/>
                          <a:pt x="5229964" y="2600846"/>
                        </a:cubicBezTo>
                        <a:cubicBezTo>
                          <a:pt x="5127607" y="2604127"/>
                          <a:pt x="5062224" y="2600457"/>
                          <a:pt x="4980871" y="2600846"/>
                        </a:cubicBezTo>
                        <a:cubicBezTo>
                          <a:pt x="4899518" y="2601235"/>
                          <a:pt x="4725819" y="2582728"/>
                          <a:pt x="4621714" y="2600846"/>
                        </a:cubicBezTo>
                        <a:cubicBezTo>
                          <a:pt x="4517609" y="2618964"/>
                          <a:pt x="4321120" y="2571701"/>
                          <a:pt x="4152493" y="2600846"/>
                        </a:cubicBezTo>
                        <a:cubicBezTo>
                          <a:pt x="3983866" y="2629991"/>
                          <a:pt x="3785241" y="2588344"/>
                          <a:pt x="3573208" y="2600846"/>
                        </a:cubicBezTo>
                        <a:cubicBezTo>
                          <a:pt x="3361176" y="2613348"/>
                          <a:pt x="3307354" y="2594539"/>
                          <a:pt x="3214052" y="2600846"/>
                        </a:cubicBezTo>
                        <a:cubicBezTo>
                          <a:pt x="3120750" y="2607153"/>
                          <a:pt x="2749919" y="2506747"/>
                          <a:pt x="2414638" y="2600846"/>
                        </a:cubicBezTo>
                        <a:cubicBezTo>
                          <a:pt x="2079357" y="2694945"/>
                          <a:pt x="1980677" y="2553913"/>
                          <a:pt x="1835353" y="2600846"/>
                        </a:cubicBezTo>
                        <a:cubicBezTo>
                          <a:pt x="1690030" y="2647779"/>
                          <a:pt x="1292258" y="2552784"/>
                          <a:pt x="1035940" y="2600846"/>
                        </a:cubicBezTo>
                        <a:cubicBezTo>
                          <a:pt x="779622" y="2648908"/>
                          <a:pt x="692876" y="2544544"/>
                          <a:pt x="433483" y="2600846"/>
                        </a:cubicBezTo>
                        <a:cubicBezTo>
                          <a:pt x="184479" y="2636001"/>
                          <a:pt x="3496" y="2400881"/>
                          <a:pt x="0" y="2167363"/>
                        </a:cubicBezTo>
                        <a:cubicBezTo>
                          <a:pt x="-65008" y="2016107"/>
                          <a:pt x="65420" y="1866378"/>
                          <a:pt x="0" y="1606742"/>
                        </a:cubicBezTo>
                        <a:cubicBezTo>
                          <a:pt x="-65420" y="1347106"/>
                          <a:pt x="55263" y="1246876"/>
                          <a:pt x="0" y="1028782"/>
                        </a:cubicBezTo>
                        <a:cubicBezTo>
                          <a:pt x="-55263" y="810688"/>
                          <a:pt x="18343" y="701207"/>
                          <a:pt x="0" y="43348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BBB815E-8625-786B-0CB3-766C8EADCB1D}"/>
              </a:ext>
            </a:extLst>
          </p:cNvPr>
          <p:cNvSpPr/>
          <p:nvPr/>
        </p:nvSpPr>
        <p:spPr>
          <a:xfrm>
            <a:off x="1564232" y="1213572"/>
            <a:ext cx="2598922" cy="1829512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1026" name="Picture 2" descr="Google ">
            <a:extLst>
              <a:ext uri="{FF2B5EF4-FFF2-40B4-BE49-F238E27FC236}">
                <a16:creationId xmlns:a16="http://schemas.microsoft.com/office/drawing/2014/main" id="{21B94601-BA14-8F0A-51CC-1E53C3355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224" y="1823807"/>
            <a:ext cx="622100" cy="62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43B2DC9-9E4E-59A5-02F9-3A5727F807CA}"/>
              </a:ext>
            </a:extLst>
          </p:cNvPr>
          <p:cNvSpPr txBox="1"/>
          <p:nvPr/>
        </p:nvSpPr>
        <p:spPr>
          <a:xfrm>
            <a:off x="1832540" y="1370646"/>
            <a:ext cx="25075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 err="1">
                <a:latin typeface="Source Sans Pro" panose="020B0503030403020204" pitchFamily="34" charset="0"/>
              </a:rPr>
              <a:t>PaC</a:t>
            </a:r>
            <a:r>
              <a:rPr lang="en-CA" sz="1600" b="1" dirty="0">
                <a:latin typeface="Source Sans Pro" panose="020B0503030403020204" pitchFamily="34" charset="0"/>
              </a:rPr>
              <a:t> Tools from website.</a:t>
            </a:r>
            <a:endParaRPr lang="fr-CA" sz="1600" b="1" dirty="0">
              <a:latin typeface="Source Sans Pro" panose="020B0503030403020204" pitchFamily="34" charset="0"/>
            </a:endParaRPr>
          </a:p>
          <a:p>
            <a:endParaRPr lang="fr-CA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EC383E9-7111-4F63-66F7-1106EF501C35}"/>
              </a:ext>
            </a:extLst>
          </p:cNvPr>
          <p:cNvSpPr/>
          <p:nvPr/>
        </p:nvSpPr>
        <p:spPr>
          <a:xfrm>
            <a:off x="4607395" y="1194830"/>
            <a:ext cx="2701557" cy="1829512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81AE0A2-B2BB-A0FD-2E9C-29C8F70BB079}"/>
              </a:ext>
            </a:extLst>
          </p:cNvPr>
          <p:cNvSpPr txBox="1"/>
          <p:nvPr/>
        </p:nvSpPr>
        <p:spPr>
          <a:xfrm>
            <a:off x="5004782" y="1355533"/>
            <a:ext cx="21985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Filtering </a:t>
            </a:r>
            <a:r>
              <a:rPr lang="en-CA" sz="16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PaC</a:t>
            </a:r>
            <a:r>
              <a:rPr lang="en-CA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Tools.</a:t>
            </a:r>
            <a:endParaRPr lang="fr-CA" sz="16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fr-CA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3A332F6-460E-5CD0-46B7-87B844112743}"/>
              </a:ext>
            </a:extLst>
          </p:cNvPr>
          <p:cNvSpPr/>
          <p:nvPr/>
        </p:nvSpPr>
        <p:spPr>
          <a:xfrm>
            <a:off x="7667060" y="1083294"/>
            <a:ext cx="2606266" cy="1959790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7047E98-7F36-B0D5-0E3F-6BA64AF02BA4}"/>
              </a:ext>
            </a:extLst>
          </p:cNvPr>
          <p:cNvSpPr txBox="1"/>
          <p:nvPr/>
        </p:nvSpPr>
        <p:spPr>
          <a:xfrm>
            <a:off x="7843553" y="1229244"/>
            <a:ext cx="25145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Collecting GitHub projects using </a:t>
            </a:r>
            <a:r>
              <a:rPr lang="en-CA" sz="16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PaC</a:t>
            </a:r>
            <a:r>
              <a:rPr lang="en-CA" sz="1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Tools.</a:t>
            </a:r>
            <a:endParaRPr lang="fr-CA" sz="16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fr-CA" dirty="0"/>
          </a:p>
        </p:txBody>
      </p:sp>
      <p:pic>
        <p:nvPicPr>
          <p:cNvPr id="1030" name="Picture 6" descr="Database ">
            <a:extLst>
              <a:ext uri="{FF2B5EF4-FFF2-40B4-BE49-F238E27FC236}">
                <a16:creationId xmlns:a16="http://schemas.microsoft.com/office/drawing/2014/main" id="{FD9C8760-3902-7099-9554-80A047AF1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2120" y="1815099"/>
            <a:ext cx="613991" cy="69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elective ">
            <a:extLst>
              <a:ext uri="{FF2B5EF4-FFF2-40B4-BE49-F238E27FC236}">
                <a16:creationId xmlns:a16="http://schemas.microsoft.com/office/drawing/2014/main" id="{FF851F51-6DD2-B57D-0CB8-17F21DF43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543258" y="1721008"/>
            <a:ext cx="827698" cy="82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17034B2-7511-B9DB-0355-13B6A0527BD6}"/>
              </a:ext>
            </a:extLst>
          </p:cNvPr>
          <p:cNvSpPr/>
          <p:nvPr/>
        </p:nvSpPr>
        <p:spPr>
          <a:xfrm>
            <a:off x="1503927" y="3580691"/>
            <a:ext cx="9176033" cy="1811220"/>
          </a:xfrm>
          <a:prstGeom prst="roundRect">
            <a:avLst/>
          </a:prstGeom>
          <a:solidFill>
            <a:schemeClr val="lt1"/>
          </a:solidFill>
          <a:ln w="38100" cmpd="sng">
            <a:solidFill>
              <a:schemeClr val="dk1">
                <a:alpha val="96000"/>
              </a:schemeClr>
            </a:solidFill>
            <a:extLst>
              <a:ext uri="{C807C97D-BFC1-408E-A445-0C87EB9F89A2}">
                <ask:lineSketchStyleProps xmlns:ask="http://schemas.microsoft.com/office/drawing/2018/sketchyshapes" sd="3539832706">
                  <a:custGeom>
                    <a:avLst/>
                    <a:gdLst>
                      <a:gd name="connsiteX0" fmla="*/ 0 w 11767717"/>
                      <a:gd name="connsiteY0" fmla="*/ 433483 h 2600847"/>
                      <a:gd name="connsiteX1" fmla="*/ 433483 w 11767717"/>
                      <a:gd name="connsiteY1" fmla="*/ 0 h 2600847"/>
                      <a:gd name="connsiteX2" fmla="*/ 680184 w 11767717"/>
                      <a:gd name="connsiteY2" fmla="*/ 0 h 2600847"/>
                      <a:gd name="connsiteX3" fmla="*/ 926885 w 11767717"/>
                      <a:gd name="connsiteY3" fmla="*/ 0 h 2600847"/>
                      <a:gd name="connsiteX4" fmla="*/ 1718624 w 11767717"/>
                      <a:gd name="connsiteY4" fmla="*/ 0 h 2600847"/>
                      <a:gd name="connsiteX5" fmla="*/ 2401355 w 11767717"/>
                      <a:gd name="connsiteY5" fmla="*/ 0 h 2600847"/>
                      <a:gd name="connsiteX6" fmla="*/ 2648057 w 11767717"/>
                      <a:gd name="connsiteY6" fmla="*/ 0 h 2600847"/>
                      <a:gd name="connsiteX7" fmla="*/ 3221780 w 11767717"/>
                      <a:gd name="connsiteY7" fmla="*/ 0 h 2600847"/>
                      <a:gd name="connsiteX8" fmla="*/ 4013519 w 11767717"/>
                      <a:gd name="connsiteY8" fmla="*/ 0 h 2600847"/>
                      <a:gd name="connsiteX9" fmla="*/ 4805258 w 11767717"/>
                      <a:gd name="connsiteY9" fmla="*/ 0 h 2600847"/>
                      <a:gd name="connsiteX10" fmla="*/ 5596997 w 11767717"/>
                      <a:gd name="connsiteY10" fmla="*/ 0 h 2600847"/>
                      <a:gd name="connsiteX11" fmla="*/ 6279728 w 11767717"/>
                      <a:gd name="connsiteY11" fmla="*/ 0 h 2600847"/>
                      <a:gd name="connsiteX12" fmla="*/ 6853452 w 11767717"/>
                      <a:gd name="connsiteY12" fmla="*/ 0 h 2600847"/>
                      <a:gd name="connsiteX13" fmla="*/ 7645190 w 11767717"/>
                      <a:gd name="connsiteY13" fmla="*/ 0 h 2600847"/>
                      <a:gd name="connsiteX14" fmla="*/ 8109907 w 11767717"/>
                      <a:gd name="connsiteY14" fmla="*/ 0 h 2600847"/>
                      <a:gd name="connsiteX15" fmla="*/ 8792638 w 11767717"/>
                      <a:gd name="connsiteY15" fmla="*/ 0 h 2600847"/>
                      <a:gd name="connsiteX16" fmla="*/ 9584377 w 11767717"/>
                      <a:gd name="connsiteY16" fmla="*/ 0 h 2600847"/>
                      <a:gd name="connsiteX17" fmla="*/ 10049093 w 11767717"/>
                      <a:gd name="connsiteY17" fmla="*/ 0 h 2600847"/>
                      <a:gd name="connsiteX18" fmla="*/ 10840832 w 11767717"/>
                      <a:gd name="connsiteY18" fmla="*/ 0 h 2600847"/>
                      <a:gd name="connsiteX19" fmla="*/ 11334234 w 11767717"/>
                      <a:gd name="connsiteY19" fmla="*/ 0 h 2600847"/>
                      <a:gd name="connsiteX20" fmla="*/ 11767717 w 11767717"/>
                      <a:gd name="connsiteY20" fmla="*/ 433483 h 2600847"/>
                      <a:gd name="connsiteX21" fmla="*/ 11767717 w 11767717"/>
                      <a:gd name="connsiteY21" fmla="*/ 1011443 h 2600847"/>
                      <a:gd name="connsiteX22" fmla="*/ 11767717 w 11767717"/>
                      <a:gd name="connsiteY22" fmla="*/ 1572065 h 2600847"/>
                      <a:gd name="connsiteX23" fmla="*/ 11767717 w 11767717"/>
                      <a:gd name="connsiteY23" fmla="*/ 2167364 h 2600847"/>
                      <a:gd name="connsiteX24" fmla="*/ 11334234 w 11767717"/>
                      <a:gd name="connsiteY24" fmla="*/ 2600847 h 2600847"/>
                      <a:gd name="connsiteX25" fmla="*/ 10978525 w 11767717"/>
                      <a:gd name="connsiteY25" fmla="*/ 2600847 h 2600847"/>
                      <a:gd name="connsiteX26" fmla="*/ 10404802 w 11767717"/>
                      <a:gd name="connsiteY26" fmla="*/ 2600847 h 2600847"/>
                      <a:gd name="connsiteX27" fmla="*/ 10049093 w 11767717"/>
                      <a:gd name="connsiteY27" fmla="*/ 2600847 h 2600847"/>
                      <a:gd name="connsiteX28" fmla="*/ 9802392 w 11767717"/>
                      <a:gd name="connsiteY28" fmla="*/ 2600847 h 2600847"/>
                      <a:gd name="connsiteX29" fmla="*/ 9555690 w 11767717"/>
                      <a:gd name="connsiteY29" fmla="*/ 2600847 h 2600847"/>
                      <a:gd name="connsiteX30" fmla="*/ 8981967 w 11767717"/>
                      <a:gd name="connsiteY30" fmla="*/ 2600847 h 2600847"/>
                      <a:gd name="connsiteX31" fmla="*/ 8626258 w 11767717"/>
                      <a:gd name="connsiteY31" fmla="*/ 2600847 h 2600847"/>
                      <a:gd name="connsiteX32" fmla="*/ 7834519 w 11767717"/>
                      <a:gd name="connsiteY32" fmla="*/ 2600847 h 2600847"/>
                      <a:gd name="connsiteX33" fmla="*/ 7478810 w 11767717"/>
                      <a:gd name="connsiteY33" fmla="*/ 2600847 h 2600847"/>
                      <a:gd name="connsiteX34" fmla="*/ 6687072 w 11767717"/>
                      <a:gd name="connsiteY34" fmla="*/ 2600847 h 2600847"/>
                      <a:gd name="connsiteX35" fmla="*/ 6440371 w 11767717"/>
                      <a:gd name="connsiteY35" fmla="*/ 2600847 h 2600847"/>
                      <a:gd name="connsiteX36" fmla="*/ 5866647 w 11767717"/>
                      <a:gd name="connsiteY36" fmla="*/ 2600847 h 2600847"/>
                      <a:gd name="connsiteX37" fmla="*/ 5401931 w 11767717"/>
                      <a:gd name="connsiteY37" fmla="*/ 2600847 h 2600847"/>
                      <a:gd name="connsiteX38" fmla="*/ 4719199 w 11767717"/>
                      <a:gd name="connsiteY38" fmla="*/ 2600847 h 2600847"/>
                      <a:gd name="connsiteX39" fmla="*/ 4036468 w 11767717"/>
                      <a:gd name="connsiteY39" fmla="*/ 2600847 h 2600847"/>
                      <a:gd name="connsiteX40" fmla="*/ 3353737 w 11767717"/>
                      <a:gd name="connsiteY40" fmla="*/ 2600847 h 2600847"/>
                      <a:gd name="connsiteX41" fmla="*/ 2889021 w 11767717"/>
                      <a:gd name="connsiteY41" fmla="*/ 2600847 h 2600847"/>
                      <a:gd name="connsiteX42" fmla="*/ 2097282 w 11767717"/>
                      <a:gd name="connsiteY42" fmla="*/ 2600847 h 2600847"/>
                      <a:gd name="connsiteX43" fmla="*/ 1305543 w 11767717"/>
                      <a:gd name="connsiteY43" fmla="*/ 2600847 h 2600847"/>
                      <a:gd name="connsiteX44" fmla="*/ 949834 w 11767717"/>
                      <a:gd name="connsiteY44" fmla="*/ 2600847 h 2600847"/>
                      <a:gd name="connsiteX45" fmla="*/ 433483 w 11767717"/>
                      <a:gd name="connsiteY45" fmla="*/ 2600847 h 2600847"/>
                      <a:gd name="connsiteX46" fmla="*/ 0 w 11767717"/>
                      <a:gd name="connsiteY46" fmla="*/ 2167364 h 2600847"/>
                      <a:gd name="connsiteX47" fmla="*/ 0 w 11767717"/>
                      <a:gd name="connsiteY47" fmla="*/ 1624081 h 2600847"/>
                      <a:gd name="connsiteX48" fmla="*/ 0 w 11767717"/>
                      <a:gd name="connsiteY48" fmla="*/ 1063460 h 2600847"/>
                      <a:gd name="connsiteX49" fmla="*/ 0 w 11767717"/>
                      <a:gd name="connsiteY49" fmla="*/ 433483 h 26008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</a:cxnLst>
                    <a:rect l="l" t="t" r="r" b="b"/>
                    <a:pathLst>
                      <a:path w="11767717" h="2600847" fill="none" extrusionOk="0">
                        <a:moveTo>
                          <a:pt x="0" y="433483"/>
                        </a:moveTo>
                        <a:cubicBezTo>
                          <a:pt x="-42788" y="137887"/>
                          <a:pt x="201594" y="56020"/>
                          <a:pt x="433483" y="0"/>
                        </a:cubicBezTo>
                        <a:cubicBezTo>
                          <a:pt x="547609" y="-1180"/>
                          <a:pt x="630444" y="23070"/>
                          <a:pt x="680184" y="0"/>
                        </a:cubicBezTo>
                        <a:cubicBezTo>
                          <a:pt x="729924" y="-23070"/>
                          <a:pt x="841929" y="1786"/>
                          <a:pt x="926885" y="0"/>
                        </a:cubicBezTo>
                        <a:cubicBezTo>
                          <a:pt x="1011841" y="-1786"/>
                          <a:pt x="1397431" y="72920"/>
                          <a:pt x="1718624" y="0"/>
                        </a:cubicBezTo>
                        <a:cubicBezTo>
                          <a:pt x="2039817" y="-72920"/>
                          <a:pt x="2216562" y="15417"/>
                          <a:pt x="2401355" y="0"/>
                        </a:cubicBezTo>
                        <a:cubicBezTo>
                          <a:pt x="2586148" y="-15417"/>
                          <a:pt x="2526910" y="15207"/>
                          <a:pt x="2648057" y="0"/>
                        </a:cubicBezTo>
                        <a:cubicBezTo>
                          <a:pt x="2769204" y="-15207"/>
                          <a:pt x="2969488" y="1334"/>
                          <a:pt x="3221780" y="0"/>
                        </a:cubicBezTo>
                        <a:cubicBezTo>
                          <a:pt x="3474072" y="-1334"/>
                          <a:pt x="3628318" y="88112"/>
                          <a:pt x="4013519" y="0"/>
                        </a:cubicBezTo>
                        <a:cubicBezTo>
                          <a:pt x="4398720" y="-88112"/>
                          <a:pt x="4484712" y="92400"/>
                          <a:pt x="4805258" y="0"/>
                        </a:cubicBezTo>
                        <a:cubicBezTo>
                          <a:pt x="5125804" y="-92400"/>
                          <a:pt x="5243930" y="63197"/>
                          <a:pt x="5596997" y="0"/>
                        </a:cubicBezTo>
                        <a:cubicBezTo>
                          <a:pt x="5950064" y="-63197"/>
                          <a:pt x="6074286" y="51608"/>
                          <a:pt x="6279728" y="0"/>
                        </a:cubicBezTo>
                        <a:cubicBezTo>
                          <a:pt x="6485170" y="-51608"/>
                          <a:pt x="6621417" y="53062"/>
                          <a:pt x="6853452" y="0"/>
                        </a:cubicBezTo>
                        <a:cubicBezTo>
                          <a:pt x="7085487" y="-53062"/>
                          <a:pt x="7430338" y="74964"/>
                          <a:pt x="7645190" y="0"/>
                        </a:cubicBezTo>
                        <a:cubicBezTo>
                          <a:pt x="7860042" y="-74964"/>
                          <a:pt x="7989439" y="671"/>
                          <a:pt x="8109907" y="0"/>
                        </a:cubicBezTo>
                        <a:cubicBezTo>
                          <a:pt x="8230375" y="-671"/>
                          <a:pt x="8606402" y="67051"/>
                          <a:pt x="8792638" y="0"/>
                        </a:cubicBezTo>
                        <a:cubicBezTo>
                          <a:pt x="8978874" y="-67051"/>
                          <a:pt x="9193960" y="3366"/>
                          <a:pt x="9584377" y="0"/>
                        </a:cubicBezTo>
                        <a:cubicBezTo>
                          <a:pt x="9974794" y="-3366"/>
                          <a:pt x="9886997" y="13410"/>
                          <a:pt x="10049093" y="0"/>
                        </a:cubicBezTo>
                        <a:cubicBezTo>
                          <a:pt x="10211189" y="-13410"/>
                          <a:pt x="10603512" y="35342"/>
                          <a:pt x="10840832" y="0"/>
                        </a:cubicBezTo>
                        <a:cubicBezTo>
                          <a:pt x="11078152" y="-35342"/>
                          <a:pt x="11099100" y="25779"/>
                          <a:pt x="11334234" y="0"/>
                        </a:cubicBezTo>
                        <a:cubicBezTo>
                          <a:pt x="11597429" y="11988"/>
                          <a:pt x="11777817" y="133544"/>
                          <a:pt x="11767717" y="433483"/>
                        </a:cubicBezTo>
                        <a:cubicBezTo>
                          <a:pt x="11810610" y="639615"/>
                          <a:pt x="11702925" y="742281"/>
                          <a:pt x="11767717" y="1011443"/>
                        </a:cubicBezTo>
                        <a:cubicBezTo>
                          <a:pt x="11832509" y="1280605"/>
                          <a:pt x="11734208" y="1320792"/>
                          <a:pt x="11767717" y="1572065"/>
                        </a:cubicBezTo>
                        <a:cubicBezTo>
                          <a:pt x="11801226" y="1823338"/>
                          <a:pt x="11735755" y="1963940"/>
                          <a:pt x="11767717" y="2167364"/>
                        </a:cubicBezTo>
                        <a:cubicBezTo>
                          <a:pt x="11767921" y="2376059"/>
                          <a:pt x="11568135" y="2596119"/>
                          <a:pt x="11334234" y="2600847"/>
                        </a:cubicBezTo>
                        <a:cubicBezTo>
                          <a:pt x="11190549" y="2621169"/>
                          <a:pt x="11085459" y="2573740"/>
                          <a:pt x="10978525" y="2600847"/>
                        </a:cubicBezTo>
                        <a:cubicBezTo>
                          <a:pt x="10871591" y="2627954"/>
                          <a:pt x="10547744" y="2573713"/>
                          <a:pt x="10404802" y="2600847"/>
                        </a:cubicBezTo>
                        <a:cubicBezTo>
                          <a:pt x="10261860" y="2627981"/>
                          <a:pt x="10208747" y="2593388"/>
                          <a:pt x="10049093" y="2600847"/>
                        </a:cubicBezTo>
                        <a:cubicBezTo>
                          <a:pt x="9889439" y="2608306"/>
                          <a:pt x="9915960" y="2586348"/>
                          <a:pt x="9802392" y="2600847"/>
                        </a:cubicBezTo>
                        <a:cubicBezTo>
                          <a:pt x="9688824" y="2615346"/>
                          <a:pt x="9624334" y="2585565"/>
                          <a:pt x="9555690" y="2600847"/>
                        </a:cubicBezTo>
                        <a:cubicBezTo>
                          <a:pt x="9487046" y="2616129"/>
                          <a:pt x="9115418" y="2594112"/>
                          <a:pt x="8981967" y="2600847"/>
                        </a:cubicBezTo>
                        <a:cubicBezTo>
                          <a:pt x="8848516" y="2607582"/>
                          <a:pt x="8770710" y="2563905"/>
                          <a:pt x="8626258" y="2600847"/>
                        </a:cubicBezTo>
                        <a:cubicBezTo>
                          <a:pt x="8481806" y="2637789"/>
                          <a:pt x="8196891" y="2599589"/>
                          <a:pt x="7834519" y="2600847"/>
                        </a:cubicBezTo>
                        <a:cubicBezTo>
                          <a:pt x="7472147" y="2602105"/>
                          <a:pt x="7631845" y="2575846"/>
                          <a:pt x="7478810" y="2600847"/>
                        </a:cubicBezTo>
                        <a:cubicBezTo>
                          <a:pt x="7325775" y="2625848"/>
                          <a:pt x="6981406" y="2529093"/>
                          <a:pt x="6687072" y="2600847"/>
                        </a:cubicBezTo>
                        <a:cubicBezTo>
                          <a:pt x="6392738" y="2672601"/>
                          <a:pt x="6547089" y="2586554"/>
                          <a:pt x="6440371" y="2600847"/>
                        </a:cubicBezTo>
                        <a:cubicBezTo>
                          <a:pt x="6333653" y="2615140"/>
                          <a:pt x="5994924" y="2597170"/>
                          <a:pt x="5866647" y="2600847"/>
                        </a:cubicBezTo>
                        <a:cubicBezTo>
                          <a:pt x="5738370" y="2604524"/>
                          <a:pt x="5571159" y="2570835"/>
                          <a:pt x="5401931" y="2600847"/>
                        </a:cubicBezTo>
                        <a:cubicBezTo>
                          <a:pt x="5232703" y="2630859"/>
                          <a:pt x="4993303" y="2598952"/>
                          <a:pt x="4719199" y="2600847"/>
                        </a:cubicBezTo>
                        <a:cubicBezTo>
                          <a:pt x="4445095" y="2602742"/>
                          <a:pt x="4287143" y="2585452"/>
                          <a:pt x="4036468" y="2600847"/>
                        </a:cubicBezTo>
                        <a:cubicBezTo>
                          <a:pt x="3785793" y="2616242"/>
                          <a:pt x="3491927" y="2543442"/>
                          <a:pt x="3353737" y="2600847"/>
                        </a:cubicBezTo>
                        <a:cubicBezTo>
                          <a:pt x="3215547" y="2658252"/>
                          <a:pt x="2988489" y="2570801"/>
                          <a:pt x="2889021" y="2600847"/>
                        </a:cubicBezTo>
                        <a:cubicBezTo>
                          <a:pt x="2789553" y="2630893"/>
                          <a:pt x="2296352" y="2580399"/>
                          <a:pt x="2097282" y="2600847"/>
                        </a:cubicBezTo>
                        <a:cubicBezTo>
                          <a:pt x="1898212" y="2621295"/>
                          <a:pt x="1500864" y="2566383"/>
                          <a:pt x="1305543" y="2600847"/>
                        </a:cubicBezTo>
                        <a:cubicBezTo>
                          <a:pt x="1110222" y="2635311"/>
                          <a:pt x="1067900" y="2567187"/>
                          <a:pt x="949834" y="2600847"/>
                        </a:cubicBezTo>
                        <a:cubicBezTo>
                          <a:pt x="831768" y="2634507"/>
                          <a:pt x="553676" y="2578933"/>
                          <a:pt x="433483" y="2600847"/>
                        </a:cubicBezTo>
                        <a:cubicBezTo>
                          <a:pt x="212207" y="2632385"/>
                          <a:pt x="49974" y="2404605"/>
                          <a:pt x="0" y="2167364"/>
                        </a:cubicBezTo>
                        <a:cubicBezTo>
                          <a:pt x="-26482" y="2050178"/>
                          <a:pt x="5126" y="1755345"/>
                          <a:pt x="0" y="1624081"/>
                        </a:cubicBezTo>
                        <a:cubicBezTo>
                          <a:pt x="-5126" y="1492817"/>
                          <a:pt x="47978" y="1189813"/>
                          <a:pt x="0" y="1063460"/>
                        </a:cubicBezTo>
                        <a:cubicBezTo>
                          <a:pt x="-47978" y="937107"/>
                          <a:pt x="27418" y="638121"/>
                          <a:pt x="0" y="433483"/>
                        </a:cubicBezTo>
                        <a:close/>
                      </a:path>
                      <a:path w="11767717" h="2600847" stroke="0" extrusionOk="0">
                        <a:moveTo>
                          <a:pt x="0" y="433483"/>
                        </a:moveTo>
                        <a:cubicBezTo>
                          <a:pt x="31692" y="234563"/>
                          <a:pt x="207581" y="9293"/>
                          <a:pt x="433483" y="0"/>
                        </a:cubicBezTo>
                        <a:cubicBezTo>
                          <a:pt x="596922" y="-31770"/>
                          <a:pt x="613346" y="7951"/>
                          <a:pt x="789192" y="0"/>
                        </a:cubicBezTo>
                        <a:cubicBezTo>
                          <a:pt x="965038" y="-7951"/>
                          <a:pt x="1327745" y="40796"/>
                          <a:pt x="1471923" y="0"/>
                        </a:cubicBezTo>
                        <a:cubicBezTo>
                          <a:pt x="1616101" y="-40796"/>
                          <a:pt x="2099506" y="21049"/>
                          <a:pt x="2263662" y="0"/>
                        </a:cubicBezTo>
                        <a:cubicBezTo>
                          <a:pt x="2427818" y="-21049"/>
                          <a:pt x="2496938" y="44221"/>
                          <a:pt x="2728378" y="0"/>
                        </a:cubicBezTo>
                        <a:cubicBezTo>
                          <a:pt x="2959818" y="-44221"/>
                          <a:pt x="2918738" y="13425"/>
                          <a:pt x="2975079" y="0"/>
                        </a:cubicBezTo>
                        <a:cubicBezTo>
                          <a:pt x="3031420" y="-13425"/>
                          <a:pt x="3385999" y="39372"/>
                          <a:pt x="3766818" y="0"/>
                        </a:cubicBezTo>
                        <a:cubicBezTo>
                          <a:pt x="4147637" y="-39372"/>
                          <a:pt x="4096882" y="26958"/>
                          <a:pt x="4231534" y="0"/>
                        </a:cubicBezTo>
                        <a:cubicBezTo>
                          <a:pt x="4366186" y="-26958"/>
                          <a:pt x="4656155" y="9453"/>
                          <a:pt x="4805258" y="0"/>
                        </a:cubicBezTo>
                        <a:cubicBezTo>
                          <a:pt x="4954361" y="-9453"/>
                          <a:pt x="5063634" y="13883"/>
                          <a:pt x="5269974" y="0"/>
                        </a:cubicBezTo>
                        <a:cubicBezTo>
                          <a:pt x="5476314" y="-13883"/>
                          <a:pt x="5676971" y="54077"/>
                          <a:pt x="5952705" y="0"/>
                        </a:cubicBezTo>
                        <a:cubicBezTo>
                          <a:pt x="6228439" y="-54077"/>
                          <a:pt x="6359316" y="60360"/>
                          <a:pt x="6526429" y="0"/>
                        </a:cubicBezTo>
                        <a:cubicBezTo>
                          <a:pt x="6693542" y="-60360"/>
                          <a:pt x="6884887" y="56849"/>
                          <a:pt x="7209160" y="0"/>
                        </a:cubicBezTo>
                        <a:cubicBezTo>
                          <a:pt x="7533433" y="-56849"/>
                          <a:pt x="7352118" y="14330"/>
                          <a:pt x="7455862" y="0"/>
                        </a:cubicBezTo>
                        <a:cubicBezTo>
                          <a:pt x="7559606" y="-14330"/>
                          <a:pt x="7890063" y="36858"/>
                          <a:pt x="8138593" y="0"/>
                        </a:cubicBezTo>
                        <a:cubicBezTo>
                          <a:pt x="8387123" y="-36858"/>
                          <a:pt x="8495640" y="53838"/>
                          <a:pt x="8603309" y="0"/>
                        </a:cubicBezTo>
                        <a:cubicBezTo>
                          <a:pt x="8710978" y="-53838"/>
                          <a:pt x="8840663" y="3392"/>
                          <a:pt x="9068025" y="0"/>
                        </a:cubicBezTo>
                        <a:cubicBezTo>
                          <a:pt x="9295387" y="-3392"/>
                          <a:pt x="9498219" y="22220"/>
                          <a:pt x="9750756" y="0"/>
                        </a:cubicBezTo>
                        <a:cubicBezTo>
                          <a:pt x="10003293" y="-22220"/>
                          <a:pt x="10137034" y="50037"/>
                          <a:pt x="10433488" y="0"/>
                        </a:cubicBezTo>
                        <a:cubicBezTo>
                          <a:pt x="10729942" y="-50037"/>
                          <a:pt x="11018198" y="84239"/>
                          <a:pt x="11334234" y="0"/>
                        </a:cubicBezTo>
                        <a:cubicBezTo>
                          <a:pt x="11509385" y="26633"/>
                          <a:pt x="11785156" y="214612"/>
                          <a:pt x="11767717" y="433483"/>
                        </a:cubicBezTo>
                        <a:cubicBezTo>
                          <a:pt x="11780863" y="716323"/>
                          <a:pt x="11735090" y="773207"/>
                          <a:pt x="11767717" y="1028782"/>
                        </a:cubicBezTo>
                        <a:cubicBezTo>
                          <a:pt x="11800344" y="1284357"/>
                          <a:pt x="11707084" y="1411695"/>
                          <a:pt x="11767717" y="1572065"/>
                        </a:cubicBezTo>
                        <a:cubicBezTo>
                          <a:pt x="11828350" y="1732435"/>
                          <a:pt x="11752982" y="1900416"/>
                          <a:pt x="11767717" y="2167364"/>
                        </a:cubicBezTo>
                        <a:cubicBezTo>
                          <a:pt x="11802986" y="2351702"/>
                          <a:pt x="11601051" y="2601790"/>
                          <a:pt x="11334234" y="2600847"/>
                        </a:cubicBezTo>
                        <a:cubicBezTo>
                          <a:pt x="11193225" y="2681598"/>
                          <a:pt x="10929267" y="2538624"/>
                          <a:pt x="10651503" y="2600847"/>
                        </a:cubicBezTo>
                        <a:cubicBezTo>
                          <a:pt x="10373739" y="2663070"/>
                          <a:pt x="10508196" y="2575800"/>
                          <a:pt x="10404802" y="2600847"/>
                        </a:cubicBezTo>
                        <a:cubicBezTo>
                          <a:pt x="10301408" y="2625894"/>
                          <a:pt x="10267154" y="2579207"/>
                          <a:pt x="10158100" y="2600847"/>
                        </a:cubicBezTo>
                        <a:cubicBezTo>
                          <a:pt x="10049046" y="2622487"/>
                          <a:pt x="9980493" y="2592814"/>
                          <a:pt x="9911399" y="2600847"/>
                        </a:cubicBezTo>
                        <a:cubicBezTo>
                          <a:pt x="9842305" y="2608880"/>
                          <a:pt x="9506656" y="2561415"/>
                          <a:pt x="9337675" y="2600847"/>
                        </a:cubicBezTo>
                        <a:cubicBezTo>
                          <a:pt x="9168694" y="2640279"/>
                          <a:pt x="8770004" y="2535322"/>
                          <a:pt x="8545937" y="2600847"/>
                        </a:cubicBezTo>
                        <a:cubicBezTo>
                          <a:pt x="8321870" y="2666372"/>
                          <a:pt x="8074360" y="2566381"/>
                          <a:pt x="7863205" y="2600847"/>
                        </a:cubicBezTo>
                        <a:cubicBezTo>
                          <a:pt x="7652050" y="2635313"/>
                          <a:pt x="7623468" y="2558909"/>
                          <a:pt x="7507497" y="2600847"/>
                        </a:cubicBezTo>
                        <a:cubicBezTo>
                          <a:pt x="7391526" y="2642785"/>
                          <a:pt x="7130119" y="2568244"/>
                          <a:pt x="6933773" y="2600847"/>
                        </a:cubicBezTo>
                        <a:cubicBezTo>
                          <a:pt x="6737427" y="2633450"/>
                          <a:pt x="6555684" y="2579148"/>
                          <a:pt x="6251042" y="2600847"/>
                        </a:cubicBezTo>
                        <a:cubicBezTo>
                          <a:pt x="5946400" y="2622546"/>
                          <a:pt x="5998518" y="2577491"/>
                          <a:pt x="5786325" y="2600847"/>
                        </a:cubicBezTo>
                        <a:cubicBezTo>
                          <a:pt x="5574132" y="2624203"/>
                          <a:pt x="5239710" y="2524005"/>
                          <a:pt x="4994587" y="2600847"/>
                        </a:cubicBezTo>
                        <a:cubicBezTo>
                          <a:pt x="4749464" y="2677689"/>
                          <a:pt x="4799885" y="2582981"/>
                          <a:pt x="4747886" y="2600847"/>
                        </a:cubicBezTo>
                        <a:cubicBezTo>
                          <a:pt x="4695887" y="2618713"/>
                          <a:pt x="4424997" y="2549418"/>
                          <a:pt x="4283169" y="2600847"/>
                        </a:cubicBezTo>
                        <a:cubicBezTo>
                          <a:pt x="4141341" y="2652276"/>
                          <a:pt x="4087443" y="2596472"/>
                          <a:pt x="4036468" y="2600847"/>
                        </a:cubicBezTo>
                        <a:cubicBezTo>
                          <a:pt x="3985493" y="2605222"/>
                          <a:pt x="3601047" y="2590079"/>
                          <a:pt x="3244729" y="2600847"/>
                        </a:cubicBezTo>
                        <a:cubicBezTo>
                          <a:pt x="2888411" y="2611615"/>
                          <a:pt x="2884752" y="2593906"/>
                          <a:pt x="2671006" y="2600847"/>
                        </a:cubicBezTo>
                        <a:cubicBezTo>
                          <a:pt x="2457260" y="2607788"/>
                          <a:pt x="2144168" y="2542900"/>
                          <a:pt x="1988274" y="2600847"/>
                        </a:cubicBezTo>
                        <a:cubicBezTo>
                          <a:pt x="1832380" y="2658794"/>
                          <a:pt x="1833368" y="2574736"/>
                          <a:pt x="1741573" y="2600847"/>
                        </a:cubicBezTo>
                        <a:cubicBezTo>
                          <a:pt x="1649778" y="2626958"/>
                          <a:pt x="1311397" y="2586886"/>
                          <a:pt x="949834" y="2600847"/>
                        </a:cubicBezTo>
                        <a:cubicBezTo>
                          <a:pt x="588271" y="2614808"/>
                          <a:pt x="681741" y="2572563"/>
                          <a:pt x="433483" y="2600847"/>
                        </a:cubicBezTo>
                        <a:cubicBezTo>
                          <a:pt x="191623" y="2592734"/>
                          <a:pt x="30345" y="2427477"/>
                          <a:pt x="0" y="2167364"/>
                        </a:cubicBezTo>
                        <a:cubicBezTo>
                          <a:pt x="-42722" y="2026788"/>
                          <a:pt x="13532" y="1875603"/>
                          <a:pt x="0" y="1589404"/>
                        </a:cubicBezTo>
                        <a:cubicBezTo>
                          <a:pt x="-13532" y="1303205"/>
                          <a:pt x="24436" y="1249451"/>
                          <a:pt x="0" y="1046121"/>
                        </a:cubicBezTo>
                        <a:cubicBezTo>
                          <a:pt x="-24436" y="842791"/>
                          <a:pt x="47930" y="731753"/>
                          <a:pt x="0" y="43348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E1AB2D4-47A2-A822-79D7-F1B026721481}"/>
              </a:ext>
            </a:extLst>
          </p:cNvPr>
          <p:cNvSpPr/>
          <p:nvPr/>
        </p:nvSpPr>
        <p:spPr>
          <a:xfrm>
            <a:off x="1814470" y="4348044"/>
            <a:ext cx="2100579" cy="88981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ED26BF8-7A77-48F1-4479-666C271BD879}"/>
              </a:ext>
            </a:extLst>
          </p:cNvPr>
          <p:cNvSpPr txBox="1"/>
          <p:nvPr/>
        </p:nvSpPr>
        <p:spPr>
          <a:xfrm>
            <a:off x="1784978" y="4643341"/>
            <a:ext cx="2313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PaC</a:t>
            </a:r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tools popularity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fr-CA" dirty="0"/>
          </a:p>
        </p:txBody>
      </p:sp>
      <p:sp>
        <p:nvSpPr>
          <p:cNvPr id="25" name="Heptagone 24">
            <a:extLst>
              <a:ext uri="{FF2B5EF4-FFF2-40B4-BE49-F238E27FC236}">
                <a16:creationId xmlns:a16="http://schemas.microsoft.com/office/drawing/2014/main" id="{AE9AC77F-5730-C494-8020-777419CDE40E}"/>
              </a:ext>
            </a:extLst>
          </p:cNvPr>
          <p:cNvSpPr/>
          <p:nvPr/>
        </p:nvSpPr>
        <p:spPr>
          <a:xfrm>
            <a:off x="1503927" y="992133"/>
            <a:ext cx="534025" cy="519916"/>
          </a:xfrm>
          <a:prstGeom prst="hep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1</a:t>
            </a:r>
            <a:endParaRPr lang="fr-CA" dirty="0"/>
          </a:p>
        </p:txBody>
      </p:sp>
      <p:sp>
        <p:nvSpPr>
          <p:cNvPr id="27" name="Heptagone 26">
            <a:extLst>
              <a:ext uri="{FF2B5EF4-FFF2-40B4-BE49-F238E27FC236}">
                <a16:creationId xmlns:a16="http://schemas.microsoft.com/office/drawing/2014/main" id="{79DB9E2C-A074-9F33-C2D3-A37A5904C483}"/>
              </a:ext>
            </a:extLst>
          </p:cNvPr>
          <p:cNvSpPr/>
          <p:nvPr/>
        </p:nvSpPr>
        <p:spPr>
          <a:xfrm>
            <a:off x="4352864" y="992133"/>
            <a:ext cx="534025" cy="519916"/>
          </a:xfrm>
          <a:prstGeom prst="hep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2</a:t>
            </a:r>
            <a:endParaRPr lang="fr-CA" dirty="0"/>
          </a:p>
        </p:txBody>
      </p:sp>
      <p:sp>
        <p:nvSpPr>
          <p:cNvPr id="28" name="Heptagone 27">
            <a:extLst>
              <a:ext uri="{FF2B5EF4-FFF2-40B4-BE49-F238E27FC236}">
                <a16:creationId xmlns:a16="http://schemas.microsoft.com/office/drawing/2014/main" id="{8C7750DA-C69F-2A54-4810-80E412C2B4D4}"/>
              </a:ext>
            </a:extLst>
          </p:cNvPr>
          <p:cNvSpPr/>
          <p:nvPr/>
        </p:nvSpPr>
        <p:spPr>
          <a:xfrm>
            <a:off x="7400046" y="992133"/>
            <a:ext cx="534025" cy="519916"/>
          </a:xfrm>
          <a:prstGeom prst="hept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3</a:t>
            </a:r>
            <a:endParaRPr lang="fr-CA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FD55F9-35C0-0F5C-08BF-23A4F088CCDA}"/>
              </a:ext>
            </a:extLst>
          </p:cNvPr>
          <p:cNvSpPr/>
          <p:nvPr/>
        </p:nvSpPr>
        <p:spPr>
          <a:xfrm>
            <a:off x="2010640" y="2665481"/>
            <a:ext cx="1506857" cy="2562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Using a search query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08B6CC-7778-0F2D-2C73-9D0B752CE284}"/>
              </a:ext>
            </a:extLst>
          </p:cNvPr>
          <p:cNvSpPr/>
          <p:nvPr/>
        </p:nvSpPr>
        <p:spPr>
          <a:xfrm>
            <a:off x="4703566" y="2630030"/>
            <a:ext cx="2499720" cy="269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Filter by OSS and easy identification</a:t>
            </a:r>
            <a:endParaRPr lang="fr-CA" sz="12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1DF3CD-3E82-CDCE-1772-62BA56D25EB8}"/>
              </a:ext>
            </a:extLst>
          </p:cNvPr>
          <p:cNvSpPr/>
          <p:nvPr/>
        </p:nvSpPr>
        <p:spPr>
          <a:xfrm>
            <a:off x="7843553" y="2688120"/>
            <a:ext cx="2241320" cy="2785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Based on </a:t>
            </a:r>
            <a:r>
              <a:rPr lang="en-CA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PaC</a:t>
            </a:r>
            <a:r>
              <a:rPr lang="en-CA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identified pattern</a:t>
            </a:r>
            <a:endParaRPr lang="fr-CA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Flèche : droite 35">
            <a:extLst>
              <a:ext uri="{FF2B5EF4-FFF2-40B4-BE49-F238E27FC236}">
                <a16:creationId xmlns:a16="http://schemas.microsoft.com/office/drawing/2014/main" id="{AC383C7E-DBE0-F800-0437-3B3DFBAFB3B4}"/>
              </a:ext>
            </a:extLst>
          </p:cNvPr>
          <p:cNvSpPr/>
          <p:nvPr/>
        </p:nvSpPr>
        <p:spPr>
          <a:xfrm>
            <a:off x="4103046" y="1840505"/>
            <a:ext cx="622100" cy="36713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74187871-4F93-5CAD-E7B7-4732C7D1F867}"/>
              </a:ext>
            </a:extLst>
          </p:cNvPr>
          <p:cNvSpPr/>
          <p:nvPr/>
        </p:nvSpPr>
        <p:spPr>
          <a:xfrm>
            <a:off x="7238311" y="1886519"/>
            <a:ext cx="605242" cy="35044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CB7FAC2C-C463-4DFF-878D-AC3F32E3764C}"/>
              </a:ext>
            </a:extLst>
          </p:cNvPr>
          <p:cNvSpPr/>
          <p:nvPr/>
        </p:nvSpPr>
        <p:spPr>
          <a:xfrm>
            <a:off x="3989595" y="4348042"/>
            <a:ext cx="2100579" cy="88981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Projects Categorization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91266579-F07B-C4D5-7E7C-D98681A41478}"/>
              </a:ext>
            </a:extLst>
          </p:cNvPr>
          <p:cNvSpPr/>
          <p:nvPr/>
        </p:nvSpPr>
        <p:spPr>
          <a:xfrm>
            <a:off x="6164720" y="4348042"/>
            <a:ext cx="2100579" cy="88981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Analyzing </a:t>
            </a:r>
          </a:p>
          <a:p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Co-usage of</a:t>
            </a:r>
          </a:p>
          <a:p>
            <a:r>
              <a:rPr lang="en-CA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PaC</a:t>
            </a:r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tools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DC0892C5-7A32-C501-1A34-212566470593}"/>
              </a:ext>
            </a:extLst>
          </p:cNvPr>
          <p:cNvSpPr/>
          <p:nvPr/>
        </p:nvSpPr>
        <p:spPr>
          <a:xfrm>
            <a:off x="8339845" y="4348042"/>
            <a:ext cx="2100579" cy="889819"/>
          </a:xfrm>
          <a:prstGeom prst="roundRect">
            <a:avLst/>
          </a:prstGeom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Identifying purpose of using </a:t>
            </a:r>
            <a:r>
              <a:rPr lang="en-CA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PaC</a:t>
            </a:r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tools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B890C566-FDAE-722B-D7C2-61DC49543DB8}"/>
              </a:ext>
            </a:extLst>
          </p:cNvPr>
          <p:cNvSpPr/>
          <p:nvPr/>
        </p:nvSpPr>
        <p:spPr>
          <a:xfrm>
            <a:off x="2326640" y="3901440"/>
            <a:ext cx="843280" cy="3947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RQ1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646E00C6-C46A-E547-02E0-B0A9C3E88B5F}"/>
              </a:ext>
            </a:extLst>
          </p:cNvPr>
          <p:cNvSpPr/>
          <p:nvPr/>
        </p:nvSpPr>
        <p:spPr>
          <a:xfrm>
            <a:off x="4566162" y="3901440"/>
            <a:ext cx="843280" cy="3947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RQ2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0927DD37-56DD-86CC-0C68-C3175C4E084F}"/>
              </a:ext>
            </a:extLst>
          </p:cNvPr>
          <p:cNvSpPr/>
          <p:nvPr/>
        </p:nvSpPr>
        <p:spPr>
          <a:xfrm>
            <a:off x="6887312" y="3901439"/>
            <a:ext cx="843280" cy="3947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RQ3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206FD735-E46C-55DB-60B7-C08CE51FD118}"/>
              </a:ext>
            </a:extLst>
          </p:cNvPr>
          <p:cNvSpPr/>
          <p:nvPr/>
        </p:nvSpPr>
        <p:spPr>
          <a:xfrm>
            <a:off x="9038660" y="3901439"/>
            <a:ext cx="843280" cy="39479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RQ4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23FFD911-93FC-9117-F4DF-6683ACFD365A}"/>
              </a:ext>
            </a:extLst>
          </p:cNvPr>
          <p:cNvSpPr/>
          <p:nvPr/>
        </p:nvSpPr>
        <p:spPr>
          <a:xfrm>
            <a:off x="4126066" y="388715"/>
            <a:ext cx="3112245" cy="46429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III. Study Design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C28C4459-3120-4151-9168-65CF90AF0BCF}"/>
              </a:ext>
            </a:extLst>
          </p:cNvPr>
          <p:cNvSpPr/>
          <p:nvPr/>
        </p:nvSpPr>
        <p:spPr>
          <a:xfrm>
            <a:off x="4126066" y="3347390"/>
            <a:ext cx="3112245" cy="46429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IV. Results</a:t>
            </a:r>
            <a:endParaRPr lang="fr-CA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9250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61</Words>
  <Application>Microsoft Office PowerPoint</Application>
  <PresentationFormat>Grand écran</PresentationFormat>
  <Paragraphs>21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Source Sans Pro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loic foalem</dc:creator>
  <cp:lastModifiedBy>patrick loic foalem</cp:lastModifiedBy>
  <cp:revision>4</cp:revision>
  <dcterms:created xsi:type="dcterms:W3CDTF">2025-04-24T23:51:24Z</dcterms:created>
  <dcterms:modified xsi:type="dcterms:W3CDTF">2025-04-25T14:09:27Z</dcterms:modified>
</cp:coreProperties>
</file>