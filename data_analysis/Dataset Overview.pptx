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20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430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037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5741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480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931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7287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715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007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6759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391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2398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7BD9C0-D1DB-4F36-A745-D931F398B2AE}" type="datetimeFigureOut">
              <a:rPr lang="fr-CA" smtClean="0"/>
              <a:t>2025-05-07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6E7F3-0AD9-44C5-8942-BEC8B8D4B98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1745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5D265BC-E1A4-CCE2-682B-001EBA94F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757" y="2912988"/>
            <a:ext cx="1219306" cy="96020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0094ECD-39C5-C0C6-FB7B-4A5E9839D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185" y="935426"/>
            <a:ext cx="3604572" cy="49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004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loic foalem</dc:creator>
  <cp:lastModifiedBy>patrick loic foalem</cp:lastModifiedBy>
  <cp:revision>3</cp:revision>
  <dcterms:created xsi:type="dcterms:W3CDTF">2025-04-24T14:32:56Z</dcterms:created>
  <dcterms:modified xsi:type="dcterms:W3CDTF">2025-05-07T18:09:09Z</dcterms:modified>
</cp:coreProperties>
</file>